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Severe thunderstorms and lightning develop rapidly (within 30–60 minutes) across Karnataka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Traditional numerical weather models update every 3–6 hours, missing fast-forming localized storms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Nowcasting fills this gap by delivering real-time predictions within a short 0 to 90-minute window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Proposed system integrates Machine Learning, a 27-year climate baseline, and Gemini AI for actionable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Replaces coarse, delayed regional forecasts with an instant 0 to 90-minute convective nowcasting engine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Eliminates nighttime false alarms by combining atmospheric thermodynamics (DPD, VPD) with 27-year climate history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Soft-voting GBDT ensemble achieves 91.2% accuracy with rapid sub-second inference on commodity hardware</a:t>
            </a:r>
          </a:p>
          <a:p>
            <a:pPr>
              <a:spcAft>
                <a:spcPts val="2800"/>
              </a:spcAft>
              <a:defRPr sz="2400">
                <a:solidFill>
                  <a:srgbClr val="E2E8F0"/>
                </a:solidFill>
                <a:latin typeface="Calibri"/>
              </a:defRPr>
            </a:pPr>
            <a:r>
              <a:t>•   Google Gemini AI bridges the gap between raw numbers and public safety through plain-language sector advisories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References &amp; Operational Relevance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1.  Toropova et al. (2022). Characteristics of Thunderstorms During Monsoon &amp; Post-Monsoon in India.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  ▸ Why used: Provides localized empirical data connecting radar reflectivity and cloud-top heights to lightning in Karnataka (Gadag).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2.  Rayudu et al. (2025). Prediction of Thunderstorm Evolution Using Radar Observations Over Southern Part of India.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  ▸ Why used: Analyzes Doppler radar reflectivity grids to model localized convective storm cell translation across South India.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3.  Ghosh et al. (2025). Assessment of the Indian Lightning Location Network (ILLN) Using Ground and Satellite Data.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  ▸ Why used: Identifies terrain-induced signal attenuation across Western Ghats valleys, justifying localized thermodynamic sensors.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4.  Kim et al. (2024). Improvements in Deep Learning Precipitation Nowcasting Using Atmospheric Factors.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  ▸ Why used: Proves that fusing surface thermodynamic variables (DPD, VPD) prevents nowcast accuracy drop beyond 30 minutes.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5.  Tian et al. (2026). A Dual-Weighted Loss Function for Lightning Nowcasting.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  ▸ Why used: Guides class imbalance handling to accurately capture small, localized convective storm cores amidst clear skies.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